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66" d="100"/>
          <a:sy n="66" d="100"/>
        </p:scale>
        <p:origin x="235" y="-97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4.sv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2489190" y="2264946"/>
            <a:ext cx="595035" cy="338554"/>
          </a:xfrm>
          <a:prstGeom prst="rect">
            <a:avLst/>
          </a:prstGeom>
          <a:noFill/>
        </p:spPr>
        <p:txBody>
          <a:bodyPr wrap="non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1944720" y="2546353"/>
            <a:ext cx="1650837" cy="338554"/>
          </a:xfrm>
          <a:prstGeom prst="rect">
            <a:avLst/>
          </a:prstGeom>
          <a:noFill/>
        </p:spPr>
        <p:txBody>
          <a:bodyPr wrap="none">
            <a:spAutoFit/>
          </a:bodyPr>
          <a:lstStyle/>
          <a:p>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2337704" y="3781594"/>
            <a:ext cx="898003" cy="338554"/>
          </a:xfrm>
          <a:prstGeom prst="rect">
            <a:avLst/>
          </a:prstGeom>
          <a:noFill/>
        </p:spPr>
        <p:txBody>
          <a:bodyPr wrap="none">
            <a:spAutoFit/>
          </a:bodyPr>
          <a:lstStyle/>
          <a:p>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2364956" y="2827759"/>
            <a:ext cx="843501" cy="338554"/>
          </a:xfrm>
          <a:prstGeom prst="rect">
            <a:avLst/>
          </a:prstGeom>
          <a:noFill/>
        </p:spPr>
        <p:txBody>
          <a:bodyPr wrap="non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2301092" y="3367573"/>
            <a:ext cx="974947" cy="338554"/>
          </a:xfrm>
          <a:prstGeom prst="rect">
            <a:avLst/>
          </a:prstGeom>
          <a:noFill/>
        </p:spPr>
        <p:txBody>
          <a:bodyPr wrap="none">
            <a:spAutoFit/>
          </a:bodyPr>
          <a:lstStyle/>
          <a:p>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2297373" y="3086167"/>
            <a:ext cx="978666" cy="338554"/>
          </a:xfrm>
          <a:prstGeom prst="rect">
            <a:avLst/>
          </a:prstGeom>
          <a:noFill/>
        </p:spPr>
        <p:txBody>
          <a:bodyPr wrap="none">
            <a:spAutoFit/>
          </a:bodyPr>
          <a:lstStyle/>
          <a:p>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813749" cy="338554"/>
          </a:xfrm>
          <a:prstGeom prst="rect">
            <a:avLst/>
          </a:prstGeom>
          <a:noFill/>
        </p:spPr>
        <p:txBody>
          <a:bodyPr wrap="non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1148966" y="6577255"/>
            <a:ext cx="760144" cy="338554"/>
          </a:xfrm>
          <a:prstGeom prst="rect">
            <a:avLst/>
          </a:prstGeom>
          <a:noFill/>
        </p:spPr>
        <p:txBody>
          <a:bodyPr wrap="non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672092" y="6597820"/>
            <a:ext cx="824265" cy="338554"/>
          </a:xfrm>
          <a:prstGeom prst="rect">
            <a:avLst/>
          </a:prstGeom>
          <a:noFill/>
        </p:spPr>
        <p:txBody>
          <a:bodyPr wrap="non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4243768" y="6577255"/>
            <a:ext cx="795731" cy="338554"/>
          </a:xfrm>
          <a:prstGeom prst="rect">
            <a:avLst/>
          </a:prstGeom>
          <a:noFill/>
        </p:spPr>
        <p:txBody>
          <a:bodyPr wrap="non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577868" y="6597820"/>
            <a:ext cx="1076961" cy="338554"/>
          </a:xfrm>
          <a:prstGeom prst="rect">
            <a:avLst/>
          </a:prstGeom>
          <a:noFill/>
        </p:spPr>
        <p:txBody>
          <a:bodyPr wrap="non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0" name="صورة 9">
            <a:extLst>
              <a:ext uri="{FF2B5EF4-FFF2-40B4-BE49-F238E27FC236}">
                <a16:creationId xmlns:a16="http://schemas.microsoft.com/office/drawing/2014/main" id="{9B5468F5-6C50-B322-C763-36F065D5E44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1" name="صورة 10">
            <a:extLst>
              <a:ext uri="{FF2B5EF4-FFF2-40B4-BE49-F238E27FC236}">
                <a16:creationId xmlns:a16="http://schemas.microsoft.com/office/drawing/2014/main" id="{43CC4A08-1B64-34D2-5173-D660CEE334B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7" name="صورة 16">
            <a:extLst>
              <a:ext uri="{FF2B5EF4-FFF2-40B4-BE49-F238E27FC236}">
                <a16:creationId xmlns:a16="http://schemas.microsoft.com/office/drawing/2014/main" id="{E4EDD610-C659-3FDF-5833-6F8E8BCF62C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8" name="صورة 17">
            <a:extLst>
              <a:ext uri="{FF2B5EF4-FFF2-40B4-BE49-F238E27FC236}">
                <a16:creationId xmlns:a16="http://schemas.microsoft.com/office/drawing/2014/main" id="{C9293703-526D-1E7C-C7F1-2EEEFBBE4B3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pic>
        <p:nvPicPr>
          <p:cNvPr id="11" name="صورة 10">
            <a:extLst>
              <a:ext uri="{FF2B5EF4-FFF2-40B4-BE49-F238E27FC236}">
                <a16:creationId xmlns:a16="http://schemas.microsoft.com/office/drawing/2014/main" id="{CDBBECF0-00A2-DB99-2D40-E57714E9A2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4">
              <a:alphaModFix amt="83000"/>
              <a:extLst>
                <a:ext uri="{96DAC541-7B7A-43D3-8B79-37D633B846F1}">
                  <asvg:svgBlip xmlns:asvg="http://schemas.microsoft.com/office/drawing/2016/SVG/main" r:embed="rId5"/>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10" name="صورة 9">
            <a:extLst>
              <a:ext uri="{FF2B5EF4-FFF2-40B4-BE49-F238E27FC236}">
                <a16:creationId xmlns:a16="http://schemas.microsoft.com/office/drawing/2014/main" id="{CCC4DC90-EACE-1661-AF77-790D06982E6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10" name="صورة 9">
            <a:extLst>
              <a:ext uri="{FF2B5EF4-FFF2-40B4-BE49-F238E27FC236}">
                <a16:creationId xmlns:a16="http://schemas.microsoft.com/office/drawing/2014/main" id="{1E15203F-B749-3A90-665E-6BCDAD68C1E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011773"/>
            <a:ext cx="4210816" cy="2357302"/>
          </a:xfrm>
          <a:prstGeom prst="rect">
            <a:avLst/>
          </a:prstGeom>
        </p:spPr>
      </p:pic>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10" name="صورة 9">
            <a:extLst>
              <a:ext uri="{FF2B5EF4-FFF2-40B4-BE49-F238E27FC236}">
                <a16:creationId xmlns:a16="http://schemas.microsoft.com/office/drawing/2014/main" id="{51CA1A50-DF2B-0638-9D8E-9B52DE729B3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306794"/>
            <a:ext cx="4210816" cy="2357302"/>
          </a:xfrm>
          <a:prstGeom prst="rect">
            <a:avLst/>
          </a:prstGeom>
        </p:spPr>
      </p:pic>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10" name="صورة 9">
            <a:extLst>
              <a:ext uri="{FF2B5EF4-FFF2-40B4-BE49-F238E27FC236}">
                <a16:creationId xmlns:a16="http://schemas.microsoft.com/office/drawing/2014/main" id="{7AC3D74A-9373-40A9-44C1-122BEDAEFFF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10" name="صورة 9">
            <a:extLst>
              <a:ext uri="{FF2B5EF4-FFF2-40B4-BE49-F238E27FC236}">
                <a16:creationId xmlns:a16="http://schemas.microsoft.com/office/drawing/2014/main" id="{E44DF827-DBDA-0E34-4BA9-0214FE6DA50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63865" y="6055382"/>
            <a:ext cx="4210816" cy="2357302"/>
          </a:xfrm>
          <a:prstGeom prst="rect">
            <a:avLst/>
          </a:prstGeom>
        </p:spPr>
      </p:pic>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150</TotalTime>
  <Words>1977</Words>
  <Application>Microsoft Office PowerPoint</Application>
  <PresentationFormat>مخصص</PresentationFormat>
  <Paragraphs>296</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Times New Roman</vt:lpstr>
      <vt:lpstr>Sakkal Majalla</vt:lpstr>
      <vt:lpstr>Arial</vt:lpstr>
      <vt:lpstr>Calibri</vt:lpstr>
      <vt:lpstr>GE SS Two Light</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6</cp:revision>
  <dcterms:created xsi:type="dcterms:W3CDTF">2006-08-16T00:00:00Z</dcterms:created>
  <dcterms:modified xsi:type="dcterms:W3CDTF">2025-11-24T18:21:32Z</dcterms:modified>
  <dc:identifier>DAGmab52QWo</dc:identifier>
</cp:coreProperties>
</file>