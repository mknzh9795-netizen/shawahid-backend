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/>
              <a:t>نموذج شواهد المعلم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800"/>
              <a:t>{{teacher_name}}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0" y="9144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{{id}}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teacher_name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71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{{teacher_name}}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birth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{{birth}}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adress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{{adress}}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{{phone}}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004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004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{{email}}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657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{{date}}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148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dgree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114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{{dgree}}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572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{{branch}}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292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0292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{{local}}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4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moahel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4864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{{moahel}}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43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tahsel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943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{{tahsel}}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6400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{{one}}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8580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start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6858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{{start}}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73152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step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73152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{{step}}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77724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teacher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77724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{{teacher}}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